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GIN-WORKFLOW 2.1 — MODERNIZATION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Modernizing Brownfield Systems with Spec-Driven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An incremental, contract-first approach for engineering teams and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Target Audience: Board of Directors, Engineering Leadership, Product Managers, and Development Teams.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Core Strategy: Strangler Fig Pattern backed by living requirements contracts (SDD layout).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Execution Engine: 6 quality-gated stages with Git worktree isolation and independent code reviews.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The Brownfield Dilemma &amp; Modernization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Replacing legacy systems incrementally without halting ongoing business delivery.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Conventional Big-Bang Rewrite: 6-12 months freeze, undocumented legacy rules missed, high failure rate.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Incremental SDD Modernization: Each sprint ships an operational, production-ready vertical slice.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Strangler Fig Routing: API facade directs traffic to modernized capabilities one by one.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Living Contracts: Requirements codified in docs/specs/ with verifiable scenarios and regression protection.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TARGET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Strangler Fig Architecture with Facade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Directing traffic from legacy monolith to modernized services behind living specs.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Clients &amp; Users: Single entry point through Reverse Proxy / API Facade Router.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Legacy Monolith: Subsystems remain operational while being systematically isolated.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Modernized Services: Capability cores defined by living specs (docs/specs/&lt;cap&gt;/spec.md).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Continuous Verification: Automated Playwright E2E suites ensure parity before legacy routes are retired.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PHASE 0: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Automated Discovery of Legacy Codebases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Extracting architecture and boundary contracts directly from repository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The Legacy Gap: Outdated wikis, undocumented business logic, hidden database triggers.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Extraction via /tech-doc: Scans AST, routing tables, and schemas directly from source code.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Standardized Architecture Baseline: 10 structured docs under docs/codebase/ (API, ARCHITECTURE, STACK).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Speculation: Every finding links to exact repository lines rather than subjective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ROADMAP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Roadmap Sequencing &amp; Parallel Early Sprints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Using discovery dependencies to sequence unblocked epics while running repo setup and specs in parallel.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Dependency Mapping: /tech-doc maps legacy call graphs and data dependencies to prioritize unblocked modules.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Specs Worth the Investment: Coding never starts on unconfirmed specs; premature coding causes severe rework.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Parallel Early Sprints: Engineering stabilizes legacy app &amp; scaffolds repos while BA deep-dives into specs.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Execution Transition: Once repos are ready and spec is confirmed (PR gate), Dev executes TDD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TEAM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Cross-Functional Roles in the Modernization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Structured division of responsibilities with pull-request verified quality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Product Manager (PM): Owns docs/roadmap.md, tags sprint epics, tracks delivery milestones.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Business Analyst (BA): Owns living specs, writes EARS requirements, attaches UI mockups, signs PR gates.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Tech Lead &amp; Developers: Decompose architecture into bounded tracks, develop test-first in Git worktrees.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Quality Engineering (QE/QA): Generates test cases from specs, tracks drift, approves ship gates.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QUALITY GATE: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How AI-Generated Specifications Are Formally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Eliminating hallucinations through deterministic grammar and human PR review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Deterministic EARS Grammar: Requirements must declare SHALL/MUST statements and GIVEN/WHEN/THEN scenarios.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Automated Syntax Audit: specs lint immediately fails invalid formatting or orphaned scenarios.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Human Pull Request Gate: Spec changes are committed on spec/&lt;topic&gt;; gate requires human BA approval.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Visual Asset Grounding: Wireframes attached in docs/specs/&lt;cap&gt;/assets/ ground UI requirements.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STAGES 2 &amp; 3: PLAN &amp; ORCHESTRATE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Architectural Decomposition, Worktrees &amp; Model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Enforcing subsystem boundaries, isolating workspaces, and routing models by task complexity.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Bounded Area Scoping: Tracks declare Area (e.g. Area: modern_api vs Area: legacy_adapter).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Strict Boundary Protection: File edits outside declared track areas are automatically blocked.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Git Worktree Isolation: /orchestrate provisions clean worktrees in .planning/worktrees/ for each track.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Complexity-Based Model Routing: Orchestrator evaluates track difficulty to assign optimal reasoning tiers (low/med/high).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 4: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Ensuring Code Strictly Matches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Guaranteed compliance through bidirectional requirement tagging and automated trace audits.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Bidirectional Linkage: Living Spec REQ-ID -&gt; plan.md Track -&gt; Test # REQ-ID -&gt; Implementation.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Test-Driven Development: Failing unit/integration tests must precede implementation code.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Automated Audit (specs trace): Audits codebase to ensure 100% of requirement scenarios have tests.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Tolerance: Missing requirement tests block the verification and ship gates.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Independent Code Review &amp; The Review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Structured review findings with documented technical resolutions.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Independent Evaluator: Dedicated code-reviewer agent inspects diff against rules and test coverage.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Durable Ledger: Review findings recorded in .planning/reviews/&lt;bead&gt;/findings.jsonl.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Technical Resolution Protocol: Engineers must verify and record Fix, Dispute, or Defer.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No Blind Acceptance: No task closes with unresolved or unaddressed review ledger items.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QUALITY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Focused QA: Preventing Test Overwhelm with gin-qa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Content-hash drift detection and targeted Playwright E2E automation.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The Overwhelm Trap: Unconstrained AI generates hundreds of low-value, noisy test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Policy Steering (qa/guidelines.md): QA reserves E2E tests for critical user paths, offloading edge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Hash-Pinned Drift Detection: Tests store SHA hashes (REQ-ID@hash); reports only missing or stale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Duplicate Work: Existing valid tests are untouched; QA focuses only on modified requirement deltas.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TOKEN ECONOMICS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Token Economics: The 3 Pillars of AI Budget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Preventing exponential late-phase rework costs through upfront clarity, automated routing, and CLI offloading.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1. Shift-Left Investment: Spending tokens early in discuss to confirm specs prevents rippling legacy rework late in development.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2. Complexity-Based Routing: Orchestration matches tracks to optimal reasoning tiers (low/med/high), ending guesswork and retry waste.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3. Local CLI Offloading: Deterministic audits (specs lint/trace/hash) run via local Python (0 tokens) without context bloat.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Economic Principle: Early spec clarity, local CLI audits, and complexity routing save 50k+ tokens per epic.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 5: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Safe Integration &amp; Living Spec Archival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Atomic synchronization of living specifications and automated release packaging.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Pre-Ship Verification: Automated suite runs linting, typechecks, tests, and specs trace audits.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Atomic Archival: specs archive automatically merges spec-delta.md into docs/specs/&lt;cap&gt;/spec.md.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Safe Strangling: Modern capability goes live, legacy route is disabled, and proposal moves to archive.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Documentation Debt: Living specs perpetually match production reality without manual updates.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SUMMARY &amp;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The Modernization Governance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Controlled, verifiable delivery designed for engineering teams and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1. Verifiable Specs: Deterministic EARS grammar verified via human BA pull requests.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2. Parallel Start: Dependency analysis picks unblocked epics while early sprints run setup and specs in parallel.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3. Code Parity: Bidirectional requirement traceability ensures code strictly matches contracts.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4. Focused QA: Hash-pinned drift detection prevents test case bloat and focuses on high-value paths.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Recommended Next Step: Execute a 2-week pilot sprint on a single bounded capability (e.g. Auth).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