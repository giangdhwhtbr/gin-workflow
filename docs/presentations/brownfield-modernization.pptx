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GIN-WORKFLOW 2.1 — MODERNIZATION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Modernizing Brownfield Systems with gin-workflow &amp; SDD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An end-to-end operational guide: from legacy discovery to incremental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Evidence Discovery: Automated codebase analysis extracting factual architecture without guesswork.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Contract-First SDD: Living requirements contracts (spec.md) verified through pull requests before code is written.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Gated Execution: Git worktree isolation, test-driven execution, independent review ledgers, and trace audits.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PHASE 0: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Automated Discovery of Legacy Codebases (/tech-doc)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Extracting factual architecture and dependency baselines directly from repository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The Legacy Void: Lost tribal knowledge, stale wikis, and hidden database triggers.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Evidence Extraction: Scans AST, routing tables, and schemas directly from checked-out source code.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10 Structured Modules: Generates verified baseline in docs/codebase/ (ARCHITECTURE, API, STACK, STRUCTURE).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Zero Speculation: Every architectural finding links to exact file paths and line ranges.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ROADMAP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Roadmap Sequencing &amp; Parallel Early Sprints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Using discovery dependencies to sequence unblocked epics while running repo setup and specs in parallel.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Dependency-Driven Selection: /tech-doc maps call graphs to pick unblocked epics with zero upstream blockers.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Specs Worth the Investment: Coding never starts on unconfirmed specs; premature coding causes severe rework.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Parallel Early Sprints: Engineering stabilizes legacy app &amp; scaffolds repos while BA deep-dives into specs.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Milestone Convergence: Sprint 1 delivers operational dev environments + 100% confirmed spec ready for implementation.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TEAM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Cross-Functional Roles in the Modernization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Structured division of responsibilities with pull-request verified quality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Product Manager (PM): Owns docs/roadmap.md, tags sprint epics, tracks delivery milestones.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Business Analyst (BA): Owns living specs, writes EARS requirements, attaches UI mockups, signs PR gates.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Tech Lead &amp; Developers: Decompose architecture into bounded tracks, develop test-first in Git worktrees.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Quality Engineering (QE/QA): Generates test cases from specs, tracks drift, approves ship gates.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STAGE 1: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How AI-Generated Specifications Are Formally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Eliminating hallucinations through deterministic grammar and human PR review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Deterministic Grammar: Strict EARS syntax (SHALL/MUST) and mandatory GIVEN/WHEN/THEN scenarios.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Automated Syntax Audit: specs lint immediately rejects malformed formatting or missing scenarios.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Human Pull Request Gate: Spec changes committed on spec/&lt;topic&gt;; gate requires human BA approval.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Visual Asset Grounding: BAs save wireframes into docs/specs/&lt;cap&gt;/assets/ for multimodal extraction.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STAGES 2 &amp; 3: PLAN &amp; ORCHESTRATE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Architectural Decomposition, Worktrees &amp; Model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Enforcing subsystem boundaries, isolating workspaces, and routing models by task complexity.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Bounded Area Scoping: Tracks declare Area (e.g. Area: modern_api); out-of-boundary edits are rejected.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Git Worktree Isolation: /orchestrate provisions clean worktrees in .planning/worktrees/ for each track.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Zero Git Collisions: Multiple developers and AI agents build and test simultaneously without branch locking.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Complexity-Based Routing: Orchestrator evaluates track difficulty to assign optimal reasoning tiers (low/med/high).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STAGE 4: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Ensuring Code Strictly Matches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Guaranteed compliance through bidirectional requirement tagging and automated trace audits.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Bidirectional Linkage: Living Spec REQ-ID -&gt; plan.md Track -&gt; Test # REQ-ID -&gt; Implementation.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Test-Driven Development: Failing unit/integration tests must precede implementation code.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Automated Audit (specs trace): Audits codebase to ensure 100% of requirement scenarios have tests.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Zero Tolerance: Missing requirement tests block the verification and ship gates.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Independent Code Review &amp; The Review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Structured review findings with documented technical resolutions.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Independent Evaluator: Dedicated code-reviewer agent inspects diff against rules and test coverage.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Durable Ledger: Review findings recorded in .planning/reviews/&lt;bead&gt;/findings.jsonl.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Technical Resolution Protocol: Engineers must verify and record Fix, Dispute, or Defer.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No Blind Acceptance: No task closes with unresolved or unaddressed review ledger items.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Focused QA: Preventing Test Overwhelm with gin-qa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Content-hash drift detection and targeted Playwright E2E automation.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The Overwhelm Trap: Unconstrained AI generates hundreds of low-value, noisy test cases.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Policy Steering (qa/guidelines.md): QA reserves E2E tests for critical user paths, offloading edge cases.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Hash-Pinned Drift Detection: Tests store SHA hashes (REQ-ID@hash); reports only missing or stale cases.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Zero Duplicate Work: Existing valid tests are untouched; QA focuses only on modified requirement deltas.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TOKEN ECONOMICS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Token Economics: The 3 Pillars of AI Budget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Preventing exponential late-phase rework costs through upfront clarity, automated routing, and CLI offloading.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1. Shift-Left Investment: Spending tokens early in discuss to confirm specs prevents rippling legacy rework.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2. Complexity-Based Routing: Orchestration matches tracks to optimal reasoning tiers (low/med/high), ending trial-and-error.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3. Local CLI Offloading: Deterministic audits (specs lint/trace/hash) run via local Python (0 tokens) without context bloat.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Economic Principle: Early spec clarity, local CLI audits, and complexity routing save 50k+ tokens per epic.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STAGE 5: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Safe Integration &amp; Living Spec Archival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Atomic synchronization of living specifications and automated release packaging.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Pre-Ship Verification: Automated suite runs linting, typechecks, tests, and specs trace audits.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Atomic Archival: specs archive automatically merges spec-delta.md into docs/specs/&lt;cap&gt;/spec.md.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Safe Strangling: Modern capability goes live, legacy route is disabled, and proposal moves to archive.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Zero Documentation Debt: Living specs perpetually match production reality without manual updates.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SUMMARY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The Modernization Governance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Controlled, verifiable delivery designed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1. Verifiable Specs: Deterministic EARS grammar verified via human BA pull requests.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2. Parallel Start: Dependency analysis picks unblocked epics while early sprints run setup and specs in parallel.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3. Code Parity: Bidirectional requirement traceability ensures code strictly matches contracts.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4. Focused QA: Hash-pinned drift detection prevents test case bloat and focuses on high-value paths.</a:t>
            </a:r>
          </a:p>
          <a:p>
            <a:pPr>
              <a:spcAft>
                <a:spcPts val="2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•  Recommended Next Step: Execute a 2-week pilot sprint on a single bounded capability (e.g. Auth).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